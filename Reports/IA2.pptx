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388388" cy="30275213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24" userDrawn="1">
          <p15:clr>
            <a:srgbClr val="A4A3A4"/>
          </p15:clr>
        </p15:guide>
        <p15:guide id="2" orient="horz" pos="18574" userDrawn="1">
          <p15:clr>
            <a:srgbClr val="A4A3A4"/>
          </p15:clr>
        </p15:guide>
        <p15:guide id="3" orient="horz" pos="1975" userDrawn="1">
          <p15:clr>
            <a:srgbClr val="A4A3A4"/>
          </p15:clr>
        </p15:guide>
        <p15:guide id="4" pos="67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DDEEFF"/>
    <a:srgbClr val="6DB3FF"/>
    <a:srgbClr val="EBF5FF"/>
    <a:srgbClr val="BDDCFF"/>
    <a:srgbClr val="93C6FF"/>
    <a:srgbClr val="800000"/>
    <a:srgbClr val="003A7A"/>
    <a:srgbClr val="5DAEFF"/>
    <a:srgbClr val="75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6A1D7-C830-44B1-A1E0-893564F6193E}" v="16" dt="2025-10-13T06:22:2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78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922" y="-4406"/>
      </p:cViewPr>
      <p:guideLst>
        <p:guide orient="horz" pos="4424"/>
        <p:guide orient="horz" pos="18574"/>
        <p:guide orient="horz" pos="1975"/>
        <p:guide pos="67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Pandya" userId="eecfe2ae8758efa3" providerId="LiveId" clId="{EF37726C-3302-4BDE-9F54-7F062C767948}"/>
    <pc:docChg chg="undo custSel modSld">
      <pc:chgData name="Dev Pandya" userId="eecfe2ae8758efa3" providerId="LiveId" clId="{EF37726C-3302-4BDE-9F54-7F062C767948}" dt="2025-10-13T06:22:37.735" v="302" actId="14100"/>
      <pc:docMkLst>
        <pc:docMk/>
      </pc:docMkLst>
      <pc:sldChg chg="addSp delSp modSp mod">
        <pc:chgData name="Dev Pandya" userId="eecfe2ae8758efa3" providerId="LiveId" clId="{EF37726C-3302-4BDE-9F54-7F062C767948}" dt="2025-10-13T06:22:37.735" v="302" actId="14100"/>
        <pc:sldMkLst>
          <pc:docMk/>
          <pc:sldMk cId="0" sldId="256"/>
        </pc:sldMkLst>
        <pc:spChg chg="mod">
          <ac:chgData name="Dev Pandya" userId="eecfe2ae8758efa3" providerId="LiveId" clId="{EF37726C-3302-4BDE-9F54-7F062C767948}" dt="2025-10-13T05:21:02.203" v="226" actId="2710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Dev Pandya" userId="eecfe2ae8758efa3" providerId="LiveId" clId="{EF37726C-3302-4BDE-9F54-7F062C767948}" dt="2025-10-13T05:57:34.998" v="247" actId="22"/>
          <ac:spMkLst>
            <pc:docMk/>
            <pc:sldMk cId="0" sldId="256"/>
            <ac:spMk id="7" creationId="{649BEB16-90F8-B965-E196-36411D010193}"/>
          </ac:spMkLst>
        </pc:spChg>
        <pc:spChg chg="add del">
          <ac:chgData name="Dev Pandya" userId="eecfe2ae8758efa3" providerId="LiveId" clId="{EF37726C-3302-4BDE-9F54-7F062C767948}" dt="2025-10-13T04:52:55.074" v="91" actId="22"/>
          <ac:spMkLst>
            <pc:docMk/>
            <pc:sldMk cId="0" sldId="256"/>
            <ac:spMk id="9" creationId="{B7D85134-61F3-50C8-C98C-E5BBC13E5A01}"/>
          </ac:spMkLst>
        </pc:spChg>
        <pc:spChg chg="mod">
          <ac:chgData name="Dev Pandya" userId="eecfe2ae8758efa3" providerId="LiveId" clId="{EF37726C-3302-4BDE-9F54-7F062C767948}" dt="2025-10-13T04:24:42.644" v="38" actId="1076"/>
          <ac:spMkLst>
            <pc:docMk/>
            <pc:sldMk cId="0" sldId="256"/>
            <ac:spMk id="15" creationId="{26E26BB4-B521-BE66-0787-36F6498B2043}"/>
          </ac:spMkLst>
        </pc:spChg>
        <pc:spChg chg="mod">
          <ac:chgData name="Dev Pandya" userId="eecfe2ae8758efa3" providerId="LiveId" clId="{EF37726C-3302-4BDE-9F54-7F062C767948}" dt="2025-10-13T06:10:49.430" v="263" actId="14100"/>
          <ac:spMkLst>
            <pc:docMk/>
            <pc:sldMk cId="0" sldId="256"/>
            <ac:spMk id="17" creationId="{A25D584B-9648-2A25-6A43-B3A924B0060B}"/>
          </ac:spMkLst>
        </pc:spChg>
        <pc:spChg chg="mod">
          <ac:chgData name="Dev Pandya" userId="eecfe2ae8758efa3" providerId="LiveId" clId="{EF37726C-3302-4BDE-9F54-7F062C767948}" dt="2025-10-13T04:29:00.554" v="82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Dev Pandya" userId="eecfe2ae8758efa3" providerId="LiveId" clId="{EF37726C-3302-4BDE-9F54-7F062C767948}" dt="2025-10-13T05:54:37.981" v="242" actId="20577"/>
          <ac:spMkLst>
            <pc:docMk/>
            <pc:sldMk cId="0" sldId="256"/>
            <ac:spMk id="20" creationId="{6710658F-5A51-8AA6-92AC-75AFBE1E6F31}"/>
          </ac:spMkLst>
        </pc:spChg>
        <pc:spChg chg="mod">
          <ac:chgData name="Dev Pandya" userId="eecfe2ae8758efa3" providerId="LiveId" clId="{EF37726C-3302-4BDE-9F54-7F062C767948}" dt="2025-10-13T04:22:15.580" v="22" actId="2710"/>
          <ac:spMkLst>
            <pc:docMk/>
            <pc:sldMk cId="0" sldId="256"/>
            <ac:spMk id="26" creationId="{00000000-0000-0000-0000-000000000000}"/>
          </ac:spMkLst>
        </pc:spChg>
        <pc:spChg chg="mod">
          <ac:chgData name="Dev Pandya" userId="eecfe2ae8758efa3" providerId="LiveId" clId="{EF37726C-3302-4BDE-9F54-7F062C767948}" dt="2025-10-13T04:25:28.952" v="48" actId="20577"/>
          <ac:spMkLst>
            <pc:docMk/>
            <pc:sldMk cId="0" sldId="256"/>
            <ac:spMk id="37" creationId="{C6E6EDA7-767C-4AE6-EB90-40ECEA6197E8}"/>
          </ac:spMkLst>
        </pc:spChg>
        <pc:spChg chg="mod">
          <ac:chgData name="Dev Pandya" userId="eecfe2ae8758efa3" providerId="LiveId" clId="{EF37726C-3302-4BDE-9F54-7F062C767948}" dt="2025-10-13T05:18:20.079" v="121" actId="20577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Dev Pandya" userId="eecfe2ae8758efa3" providerId="LiveId" clId="{EF37726C-3302-4BDE-9F54-7F062C767948}" dt="2025-10-13T04:29:30.211" v="85" actId="14100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Dev Pandya" userId="eecfe2ae8758efa3" providerId="LiveId" clId="{EF37726C-3302-4BDE-9F54-7F062C767948}" dt="2025-10-13T05:54:01.615" v="237" actId="15"/>
          <ac:spMkLst>
            <pc:docMk/>
            <pc:sldMk cId="0" sldId="256"/>
            <ac:spMk id="118" creationId="{00000000-0000-0000-0000-000000000000}"/>
          </ac:spMkLst>
        </pc:spChg>
        <pc:picChg chg="mod">
          <ac:chgData name="Dev Pandya" userId="eecfe2ae8758efa3" providerId="LiveId" clId="{EF37726C-3302-4BDE-9F54-7F062C767948}" dt="2025-10-13T05:24:53.414" v="235" actId="14100"/>
          <ac:picMkLst>
            <pc:docMk/>
            <pc:sldMk cId="0" sldId="256"/>
            <ac:picMk id="8" creationId="{00000000-0000-0000-0000-000000000000}"/>
          </ac:picMkLst>
        </pc:picChg>
        <pc:picChg chg="add mod">
          <ac:chgData name="Dev Pandya" userId="eecfe2ae8758efa3" providerId="LiveId" clId="{EF37726C-3302-4BDE-9F54-7F062C767948}" dt="2025-10-13T06:20:18.790" v="295" actId="14100"/>
          <ac:picMkLst>
            <pc:docMk/>
            <pc:sldMk cId="0" sldId="256"/>
            <ac:picMk id="10" creationId="{8B4D5CE3-5FED-C884-F021-F89F9DAAA480}"/>
          </ac:picMkLst>
        </pc:picChg>
        <pc:picChg chg="add mod">
          <ac:chgData name="Dev Pandya" userId="eecfe2ae8758efa3" providerId="LiveId" clId="{EF37726C-3302-4BDE-9F54-7F062C767948}" dt="2025-10-13T06:20:04.951" v="291" actId="14100"/>
          <ac:picMkLst>
            <pc:docMk/>
            <pc:sldMk cId="0" sldId="256"/>
            <ac:picMk id="11" creationId="{25A50E55-208E-F383-867D-747A759C0C3F}"/>
          </ac:picMkLst>
        </pc:picChg>
        <pc:picChg chg="add mod">
          <ac:chgData name="Dev Pandya" userId="eecfe2ae8758efa3" providerId="LiveId" clId="{EF37726C-3302-4BDE-9F54-7F062C767948}" dt="2025-10-13T05:24:42.475" v="233" actId="14100"/>
          <ac:picMkLst>
            <pc:docMk/>
            <pc:sldMk cId="0" sldId="256"/>
            <ac:picMk id="13" creationId="{7ECC44F8-5176-2E95-0773-CCFD6885076C}"/>
          </ac:picMkLst>
        </pc:picChg>
        <pc:picChg chg="add del mod">
          <ac:chgData name="Dev Pandya" userId="eecfe2ae8758efa3" providerId="LiveId" clId="{EF37726C-3302-4BDE-9F54-7F062C767948}" dt="2025-10-13T06:22:24.704" v="298" actId="478"/>
          <ac:picMkLst>
            <pc:docMk/>
            <pc:sldMk cId="0" sldId="256"/>
            <ac:picMk id="16" creationId="{2D2739C4-2F9B-ACA8-CE4A-E9591FEE2C55}"/>
          </ac:picMkLst>
        </pc:picChg>
        <pc:picChg chg="add mod">
          <ac:chgData name="Dev Pandya" userId="eecfe2ae8758efa3" providerId="LiveId" clId="{EF37726C-3302-4BDE-9F54-7F062C767948}" dt="2025-10-13T06:22:37.735" v="302" actId="14100"/>
          <ac:picMkLst>
            <pc:docMk/>
            <pc:sldMk cId="0" sldId="256"/>
            <ac:picMk id="21" creationId="{D8B63575-4D28-2615-DB20-CB05DD86B53B}"/>
          </ac:picMkLst>
        </pc:picChg>
        <pc:picChg chg="mod">
          <ac:chgData name="Dev Pandya" userId="eecfe2ae8758efa3" providerId="LiveId" clId="{EF37726C-3302-4BDE-9F54-7F062C767948}" dt="2025-10-13T04:53:15.933" v="95" actId="1076"/>
          <ac:picMkLst>
            <pc:docMk/>
            <pc:sldMk cId="0" sldId="256"/>
            <ac:picMk id="27" creationId="{C674968F-8B38-C2A8-2748-6643C84DC5F8}"/>
          </ac:picMkLst>
        </pc:picChg>
        <pc:picChg chg="del">
          <ac:chgData name="Dev Pandya" userId="eecfe2ae8758efa3" providerId="LiveId" clId="{EF37726C-3302-4BDE-9F54-7F062C767948}" dt="2025-10-13T05:24:04.042" v="227" actId="478"/>
          <ac:picMkLst>
            <pc:docMk/>
            <pc:sldMk cId="0" sldId="256"/>
            <ac:picMk id="30" creationId="{0841F58E-BFE3-6F0E-B952-A9588F0877E2}"/>
          </ac:picMkLst>
        </pc:picChg>
        <pc:picChg chg="del">
          <ac:chgData name="Dev Pandya" userId="eecfe2ae8758efa3" providerId="LiveId" clId="{EF37726C-3302-4BDE-9F54-7F062C767948}" dt="2025-10-13T04:52:58.186" v="92" actId="478"/>
          <ac:picMkLst>
            <pc:docMk/>
            <pc:sldMk cId="0" sldId="256"/>
            <ac:picMk id="48" creationId="{C26DC88D-A7D2-FAED-5033-255BC1BA5179}"/>
          </ac:picMkLst>
        </pc:picChg>
        <pc:cxnChg chg="add mod">
          <ac:chgData name="Dev Pandya" userId="eecfe2ae8758efa3" providerId="LiveId" clId="{EF37726C-3302-4BDE-9F54-7F062C767948}" dt="2025-10-13T04:23:58.450" v="34" actId="208"/>
          <ac:cxnSpMkLst>
            <pc:docMk/>
            <pc:sldMk cId="0" sldId="256"/>
            <ac:cxnSpMk id="4" creationId="{638199D3-BC97-C742-04FF-F24626A85AC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3600" y="692150"/>
            <a:ext cx="2449513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65DA07E-465E-4553-A51E-2A5FA60BC0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654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A5354E-EB7A-4613-837A-B85956EC7E3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3600" y="692150"/>
            <a:ext cx="2449513" cy="3465513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62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375" y="9404350"/>
            <a:ext cx="18181638" cy="6489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338" y="17156117"/>
            <a:ext cx="14971712" cy="7737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242225" indent="0" algn="ctr">
              <a:buNone/>
              <a:defRPr/>
            </a:lvl2pPr>
            <a:lvl3pPr marL="484449" indent="0" algn="ctr">
              <a:buNone/>
              <a:defRPr/>
            </a:lvl3pPr>
            <a:lvl4pPr marL="726674" indent="0" algn="ctr">
              <a:buNone/>
              <a:defRPr/>
            </a:lvl4pPr>
            <a:lvl5pPr marL="968898" indent="0" algn="ctr">
              <a:buNone/>
              <a:defRPr/>
            </a:lvl5pPr>
            <a:lvl6pPr marL="1211123" indent="0" algn="ctr">
              <a:buNone/>
              <a:defRPr/>
            </a:lvl6pPr>
            <a:lvl7pPr marL="1453347" indent="0" algn="ctr">
              <a:buNone/>
              <a:defRPr/>
            </a:lvl7pPr>
            <a:lvl8pPr marL="1695572" indent="0" algn="ctr">
              <a:buNone/>
              <a:defRPr/>
            </a:lvl8pPr>
            <a:lvl9pPr marL="193779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15937681" y="29123605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rgbClr val="DDEE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1" name="Straight Connector 20"/>
          <p:cNvCxnSpPr/>
          <p:nvPr userDrawn="1"/>
        </p:nvCxnSpPr>
        <p:spPr bwMode="auto">
          <a:xfrm>
            <a:off x="11887200" y="25094868"/>
            <a:ext cx="0" cy="5132219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/>
          <p:nvPr userDrawn="1"/>
        </p:nvCxnSpPr>
        <p:spPr bwMode="auto">
          <a:xfrm flipH="1">
            <a:off x="10700541" y="2669177"/>
            <a:ext cx="6350" cy="4001805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4357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4"/>
            <a:ext cx="19248438" cy="50450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7064379"/>
            <a:ext cx="19248438" cy="1998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78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9454813"/>
            <a:ext cx="18180050" cy="6013450"/>
          </a:xfrm>
          <a:prstGeom prst="rect">
            <a:avLst/>
          </a:prstGeom>
        </p:spPr>
        <p:txBody>
          <a:bodyPr anchor="t"/>
          <a:lstStyle>
            <a:lvl1pPr algn="l">
              <a:defRPr sz="21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0" y="12831763"/>
            <a:ext cx="18180050" cy="6623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60"/>
            </a:lvl1pPr>
            <a:lvl2pPr marL="242225" indent="0">
              <a:buNone/>
              <a:defRPr sz="954"/>
            </a:lvl2pPr>
            <a:lvl3pPr marL="484449" indent="0">
              <a:buNone/>
              <a:defRPr sz="848"/>
            </a:lvl3pPr>
            <a:lvl4pPr marL="726674" indent="0">
              <a:buNone/>
              <a:defRPr sz="742"/>
            </a:lvl4pPr>
            <a:lvl5pPr marL="968898" indent="0">
              <a:buNone/>
              <a:defRPr sz="742"/>
            </a:lvl5pPr>
            <a:lvl6pPr marL="1211123" indent="0">
              <a:buNone/>
              <a:defRPr sz="742"/>
            </a:lvl6pPr>
            <a:lvl7pPr marL="1453347" indent="0">
              <a:buNone/>
              <a:defRPr sz="742"/>
            </a:lvl7pPr>
            <a:lvl8pPr marL="1695572" indent="0">
              <a:buNone/>
              <a:defRPr sz="742"/>
            </a:lvl8pPr>
            <a:lvl9pPr marL="1937796" indent="0">
              <a:buNone/>
              <a:defRPr sz="7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3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4"/>
            <a:ext cx="19248438" cy="50450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977" y="7064379"/>
            <a:ext cx="9547225" cy="19980275"/>
          </a:xfrm>
          <a:prstGeom prst="rect">
            <a:avLst/>
          </a:prstGeom>
        </p:spPr>
        <p:txBody>
          <a:bodyPr/>
          <a:lstStyle>
            <a:lvl1pPr>
              <a:defRPr sz="1483"/>
            </a:lvl1pPr>
            <a:lvl2pPr>
              <a:defRPr sz="1272"/>
            </a:lvl2pPr>
            <a:lvl3pPr>
              <a:defRPr sz="1060"/>
            </a:lvl3pPr>
            <a:lvl4pPr>
              <a:defRPr sz="954"/>
            </a:lvl4pPr>
            <a:lvl5pPr>
              <a:defRPr sz="954"/>
            </a:lvl5pPr>
            <a:lvl6pPr>
              <a:defRPr sz="954"/>
            </a:lvl6pPr>
            <a:lvl7pPr>
              <a:defRPr sz="954"/>
            </a:lvl7pPr>
            <a:lvl8pPr>
              <a:defRPr sz="954"/>
            </a:lvl8pPr>
            <a:lvl9pPr>
              <a:defRPr sz="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9602" y="7064379"/>
            <a:ext cx="9548813" cy="19980275"/>
          </a:xfrm>
          <a:prstGeom prst="rect">
            <a:avLst/>
          </a:prstGeom>
        </p:spPr>
        <p:txBody>
          <a:bodyPr/>
          <a:lstStyle>
            <a:lvl1pPr>
              <a:defRPr sz="1483"/>
            </a:lvl1pPr>
            <a:lvl2pPr>
              <a:defRPr sz="1272"/>
            </a:lvl2pPr>
            <a:lvl3pPr>
              <a:defRPr sz="1060"/>
            </a:lvl3pPr>
            <a:lvl4pPr>
              <a:defRPr sz="954"/>
            </a:lvl4pPr>
            <a:lvl5pPr>
              <a:defRPr sz="954"/>
            </a:lvl5pPr>
            <a:lvl6pPr>
              <a:defRPr sz="954"/>
            </a:lvl6pPr>
            <a:lvl7pPr>
              <a:defRPr sz="954"/>
            </a:lvl7pPr>
            <a:lvl8pPr>
              <a:defRPr sz="954"/>
            </a:lvl8pPr>
            <a:lvl9pPr>
              <a:defRPr sz="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4"/>
            <a:ext cx="19248438" cy="50450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975" y="6777038"/>
            <a:ext cx="9450388" cy="282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72" b="1"/>
            </a:lvl1pPr>
            <a:lvl2pPr marL="242225" indent="0">
              <a:buNone/>
              <a:defRPr sz="1060" b="1"/>
            </a:lvl2pPr>
            <a:lvl3pPr marL="484449" indent="0">
              <a:buNone/>
              <a:defRPr sz="954" b="1"/>
            </a:lvl3pPr>
            <a:lvl4pPr marL="726674" indent="0">
              <a:buNone/>
              <a:defRPr sz="848" b="1"/>
            </a:lvl4pPr>
            <a:lvl5pPr marL="968898" indent="0">
              <a:buNone/>
              <a:defRPr sz="848" b="1"/>
            </a:lvl5pPr>
            <a:lvl6pPr marL="1211123" indent="0">
              <a:buNone/>
              <a:defRPr sz="848" b="1"/>
            </a:lvl6pPr>
            <a:lvl7pPr marL="1453347" indent="0">
              <a:buNone/>
              <a:defRPr sz="848" b="1"/>
            </a:lvl7pPr>
            <a:lvl8pPr marL="1695572" indent="0">
              <a:buNone/>
              <a:defRPr sz="848" b="1"/>
            </a:lvl8pPr>
            <a:lvl9pPr marL="1937796" indent="0">
              <a:buNone/>
              <a:defRPr sz="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975" y="9601200"/>
            <a:ext cx="9450388" cy="17443450"/>
          </a:xfrm>
          <a:prstGeom prst="rect">
            <a:avLst/>
          </a:prstGeom>
        </p:spPr>
        <p:txBody>
          <a:bodyPr/>
          <a:lstStyle>
            <a:lvl1pPr>
              <a:defRPr sz="1272"/>
            </a:lvl1pPr>
            <a:lvl2pPr>
              <a:defRPr sz="1060"/>
            </a:lvl2pPr>
            <a:lvl3pPr>
              <a:defRPr sz="954"/>
            </a:lvl3pPr>
            <a:lvl4pPr>
              <a:defRPr sz="848"/>
            </a:lvl4pPr>
            <a:lvl5pPr>
              <a:defRPr sz="848"/>
            </a:lvl5pPr>
            <a:lvl6pPr>
              <a:defRPr sz="848"/>
            </a:lvl6pPr>
            <a:lvl7pPr>
              <a:defRPr sz="848"/>
            </a:lvl7pPr>
            <a:lvl8pPr>
              <a:defRPr sz="848"/>
            </a:lvl8pPr>
            <a:lvl9pPr>
              <a:defRPr sz="8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852" y="6777038"/>
            <a:ext cx="9453563" cy="282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72" b="1"/>
            </a:lvl1pPr>
            <a:lvl2pPr marL="242225" indent="0">
              <a:buNone/>
              <a:defRPr sz="1060" b="1"/>
            </a:lvl2pPr>
            <a:lvl3pPr marL="484449" indent="0">
              <a:buNone/>
              <a:defRPr sz="954" b="1"/>
            </a:lvl3pPr>
            <a:lvl4pPr marL="726674" indent="0">
              <a:buNone/>
              <a:defRPr sz="848" b="1"/>
            </a:lvl4pPr>
            <a:lvl5pPr marL="968898" indent="0">
              <a:buNone/>
              <a:defRPr sz="848" b="1"/>
            </a:lvl5pPr>
            <a:lvl6pPr marL="1211123" indent="0">
              <a:buNone/>
              <a:defRPr sz="848" b="1"/>
            </a:lvl6pPr>
            <a:lvl7pPr marL="1453347" indent="0">
              <a:buNone/>
              <a:defRPr sz="848" b="1"/>
            </a:lvl7pPr>
            <a:lvl8pPr marL="1695572" indent="0">
              <a:buNone/>
              <a:defRPr sz="848" b="1"/>
            </a:lvl8pPr>
            <a:lvl9pPr marL="1937796" indent="0">
              <a:buNone/>
              <a:defRPr sz="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852" y="9601200"/>
            <a:ext cx="9453563" cy="17443450"/>
          </a:xfrm>
          <a:prstGeom prst="rect">
            <a:avLst/>
          </a:prstGeom>
        </p:spPr>
        <p:txBody>
          <a:bodyPr/>
          <a:lstStyle>
            <a:lvl1pPr>
              <a:defRPr sz="1272"/>
            </a:lvl1pPr>
            <a:lvl2pPr>
              <a:defRPr sz="1060"/>
            </a:lvl2pPr>
            <a:lvl3pPr>
              <a:defRPr sz="954"/>
            </a:lvl3pPr>
            <a:lvl4pPr>
              <a:defRPr sz="848"/>
            </a:lvl4pPr>
            <a:lvl5pPr>
              <a:defRPr sz="848"/>
            </a:lvl5pPr>
            <a:lvl6pPr>
              <a:defRPr sz="848"/>
            </a:lvl6pPr>
            <a:lvl7pPr>
              <a:defRPr sz="848"/>
            </a:lvl7pPr>
            <a:lvl8pPr>
              <a:defRPr sz="848"/>
            </a:lvl8pPr>
            <a:lvl9pPr>
              <a:defRPr sz="8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2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4"/>
            <a:ext cx="19248438" cy="50450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1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8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5800" cy="5130800"/>
          </a:xfrm>
          <a:prstGeom prst="rect">
            <a:avLst/>
          </a:prstGeom>
        </p:spPr>
        <p:txBody>
          <a:bodyPr anchor="b"/>
          <a:lstStyle>
            <a:lvl1pPr algn="l">
              <a:defRPr sz="10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2952" y="1204917"/>
            <a:ext cx="11955463" cy="25839737"/>
          </a:xfrm>
          <a:prstGeom prst="rect">
            <a:avLst/>
          </a:prstGeom>
        </p:spPr>
        <p:txBody>
          <a:bodyPr/>
          <a:lstStyle>
            <a:lvl1pPr>
              <a:defRPr sz="1695"/>
            </a:lvl1pPr>
            <a:lvl2pPr>
              <a:defRPr sz="1483"/>
            </a:lvl2pPr>
            <a:lvl3pPr>
              <a:defRPr sz="1272"/>
            </a:lvl3pPr>
            <a:lvl4pPr>
              <a:defRPr sz="1060"/>
            </a:lvl4pPr>
            <a:lvl5pPr>
              <a:defRPr sz="1060"/>
            </a:lvl5pPr>
            <a:lvl6pPr>
              <a:defRPr sz="1060"/>
            </a:lvl6pPr>
            <a:lvl7pPr>
              <a:defRPr sz="1060"/>
            </a:lvl7pPr>
            <a:lvl8pPr>
              <a:defRPr sz="1060"/>
            </a:lvl8pPr>
            <a:lvl9pPr>
              <a:defRPr sz="10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975" y="6335713"/>
            <a:ext cx="7035800" cy="2070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42"/>
            </a:lvl1pPr>
            <a:lvl2pPr marL="242225" indent="0">
              <a:buNone/>
              <a:defRPr sz="636"/>
            </a:lvl2pPr>
            <a:lvl3pPr marL="484449" indent="0">
              <a:buNone/>
              <a:defRPr sz="530"/>
            </a:lvl3pPr>
            <a:lvl4pPr marL="726674" indent="0">
              <a:buNone/>
              <a:defRPr sz="477"/>
            </a:lvl4pPr>
            <a:lvl5pPr marL="968898" indent="0">
              <a:buNone/>
              <a:defRPr sz="477"/>
            </a:lvl5pPr>
            <a:lvl6pPr marL="1211123" indent="0">
              <a:buNone/>
              <a:defRPr sz="477"/>
            </a:lvl6pPr>
            <a:lvl7pPr marL="1453347" indent="0">
              <a:buNone/>
              <a:defRPr sz="477"/>
            </a:lvl7pPr>
            <a:lvl8pPr marL="1695572" indent="0">
              <a:buNone/>
              <a:defRPr sz="477"/>
            </a:lvl8pPr>
            <a:lvl9pPr marL="1937796" indent="0">
              <a:buNone/>
              <a:defRPr sz="4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5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588" y="21193125"/>
            <a:ext cx="12833350" cy="2501900"/>
          </a:xfrm>
          <a:prstGeom prst="rect">
            <a:avLst/>
          </a:prstGeom>
        </p:spPr>
        <p:txBody>
          <a:bodyPr anchor="b"/>
          <a:lstStyle>
            <a:lvl1pPr algn="l">
              <a:defRPr sz="10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588" y="2705104"/>
            <a:ext cx="12833350" cy="18165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242225" indent="0">
              <a:buNone/>
              <a:defRPr sz="1483"/>
            </a:lvl2pPr>
            <a:lvl3pPr marL="484449" indent="0">
              <a:buNone/>
              <a:defRPr sz="1272"/>
            </a:lvl3pPr>
            <a:lvl4pPr marL="726674" indent="0">
              <a:buNone/>
              <a:defRPr sz="1060"/>
            </a:lvl4pPr>
            <a:lvl5pPr marL="968898" indent="0">
              <a:buNone/>
              <a:defRPr sz="1060"/>
            </a:lvl5pPr>
            <a:lvl6pPr marL="1211123" indent="0">
              <a:buNone/>
              <a:defRPr sz="1060"/>
            </a:lvl6pPr>
            <a:lvl7pPr marL="1453347" indent="0">
              <a:buNone/>
              <a:defRPr sz="1060"/>
            </a:lvl7pPr>
            <a:lvl8pPr marL="1695572" indent="0">
              <a:buNone/>
              <a:defRPr sz="1060"/>
            </a:lvl8pPr>
            <a:lvl9pPr marL="1937796" indent="0">
              <a:buNone/>
              <a:defRPr sz="106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588" y="23695029"/>
            <a:ext cx="12833350" cy="3552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42"/>
            </a:lvl1pPr>
            <a:lvl2pPr marL="242225" indent="0">
              <a:buNone/>
              <a:defRPr sz="636"/>
            </a:lvl2pPr>
            <a:lvl3pPr marL="484449" indent="0">
              <a:buNone/>
              <a:defRPr sz="530"/>
            </a:lvl3pPr>
            <a:lvl4pPr marL="726674" indent="0">
              <a:buNone/>
              <a:defRPr sz="477"/>
            </a:lvl4pPr>
            <a:lvl5pPr marL="968898" indent="0">
              <a:buNone/>
              <a:defRPr sz="477"/>
            </a:lvl5pPr>
            <a:lvl6pPr marL="1211123" indent="0">
              <a:buNone/>
              <a:defRPr sz="477"/>
            </a:lvl6pPr>
            <a:lvl7pPr marL="1453347" indent="0">
              <a:buNone/>
              <a:defRPr sz="477"/>
            </a:lvl7pPr>
            <a:lvl8pPr marL="1695572" indent="0">
              <a:buNone/>
              <a:defRPr sz="477"/>
            </a:lvl8pPr>
            <a:lvl9pPr marL="1937796" indent="0">
              <a:buNone/>
              <a:defRPr sz="4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4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4"/>
            <a:ext cx="19248438" cy="50450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5" y="7064379"/>
            <a:ext cx="19248438" cy="199802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7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6702" y="1212850"/>
            <a:ext cx="4811713" cy="258318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7" y="1212850"/>
            <a:ext cx="14284325" cy="25831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5937681" y="29219857"/>
            <a:ext cx="4946176" cy="1055356"/>
          </a:xfrm>
          <a:prstGeom prst="rect">
            <a:avLst/>
          </a:prstGeom>
          <a:solidFill>
            <a:srgbClr val="DDEE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8449" tIns="24225" rIns="48449" bIns="2422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56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73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8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9" name="Object 15">
            <a:hlinkClick r:id="rId13"/>
          </p:cNvPr>
          <p:cNvGraphicFramePr>
            <a:graphicFrameLocks noChangeAspect="1"/>
          </p:cNvGraphicFramePr>
          <p:nvPr userDrawn="1"/>
        </p:nvGraphicFramePr>
        <p:xfrm>
          <a:off x="16176625" y="29816429"/>
          <a:ext cx="2706688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4" imgW="8833104" imgH="310896" progId="">
                  <p:embed/>
                </p:oleObj>
              </mc:Choice>
              <mc:Fallback>
                <p:oleObj name="CorelDRAW" r:id="rId14" imgW="8833104" imgH="310896" progId="">
                  <p:embed/>
                  <p:pic>
                    <p:nvPicPr>
                      <p:cNvPr id="1039" name="Object 15">
                        <a:hlinkClick r:id="rId13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8562"/>
                      <a:stretch>
                        <a:fillRect/>
                      </a:stretch>
                    </p:blipFill>
                    <p:spPr bwMode="auto">
                      <a:xfrm>
                        <a:off x="16176625" y="29816429"/>
                        <a:ext cx="2706688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Text Box 16"/>
          <p:cNvSpPr txBox="1">
            <a:spLocks noChangeArrowheads="1"/>
          </p:cNvSpPr>
          <p:nvPr userDrawn="1"/>
        </p:nvSpPr>
        <p:spPr bwMode="auto">
          <a:xfrm>
            <a:off x="19228978" y="29760864"/>
            <a:ext cx="819973" cy="122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0896" tIns="20448" rIns="40896" bIns="20448">
            <a:spAutoFit/>
          </a:bodyPr>
          <a:lstStyle>
            <a:lvl1pPr algn="l" defTabSz="2952750">
              <a:defRPr>
                <a:solidFill>
                  <a:schemeClr val="tx1"/>
                </a:solidFill>
                <a:latin typeface="Arial" charset="0"/>
              </a:defRPr>
            </a:lvl1pPr>
            <a:lvl2pPr marL="385763" algn="l" defTabSz="2952750">
              <a:defRPr>
                <a:solidFill>
                  <a:schemeClr val="tx1"/>
                </a:solidFill>
                <a:latin typeface="Arial" charset="0"/>
              </a:defRPr>
            </a:lvl2pPr>
            <a:lvl3pPr marL="771525" algn="l" defTabSz="2952750">
              <a:defRPr>
                <a:solidFill>
                  <a:schemeClr val="tx1"/>
                </a:solidFill>
                <a:latin typeface="Arial" charset="0"/>
              </a:defRPr>
            </a:lvl3pPr>
            <a:lvl4pPr marL="1157288" algn="l" defTabSz="2952750">
              <a:defRPr>
                <a:solidFill>
                  <a:schemeClr val="tx1"/>
                </a:solidFill>
                <a:latin typeface="Arial" charset="0"/>
              </a:defRPr>
            </a:lvl4pPr>
            <a:lvl5pPr marL="1543050" algn="l" defTabSz="2952750">
              <a:defRPr>
                <a:solidFill>
                  <a:schemeClr val="tx1"/>
                </a:solidFill>
                <a:latin typeface="Arial" charset="0"/>
              </a:defRPr>
            </a:lvl5pPr>
            <a:lvl6pPr marL="2000250" defTabSz="2952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457450" defTabSz="2952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914650" defTabSz="2952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371850" defTabSz="2952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530">
                <a:solidFill>
                  <a:schemeClr val="bg1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+mj-lt"/>
          <a:ea typeface="+mj-ea"/>
          <a:cs typeface="+mj-cs"/>
        </a:defRPr>
      </a:lvl1pPr>
      <a:lvl2pPr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2pPr>
      <a:lvl3pPr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3pPr>
      <a:lvl4pPr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4pPr>
      <a:lvl5pPr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5pPr>
      <a:lvl6pPr marL="242225"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6pPr>
      <a:lvl7pPr marL="484449"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7pPr>
      <a:lvl8pPr marL="726674"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8pPr>
      <a:lvl9pPr marL="968898" algn="ctr" defTabSz="1564367" rtl="0" fontAlgn="base">
        <a:spcBef>
          <a:spcPct val="0"/>
        </a:spcBef>
        <a:spcAft>
          <a:spcPct val="0"/>
        </a:spcAft>
        <a:defRPr sz="7523">
          <a:solidFill>
            <a:schemeClr val="tx2"/>
          </a:solidFill>
          <a:latin typeface="Arial" charset="0"/>
        </a:defRPr>
      </a:lvl9pPr>
    </p:titleStyle>
    <p:bodyStyle>
      <a:lvl1pPr marL="586217" indent="-586217" algn="l" defTabSz="1564367" rtl="0" fontAlgn="base">
        <a:spcBef>
          <a:spcPct val="20000"/>
        </a:spcBef>
        <a:spcAft>
          <a:spcPct val="0"/>
        </a:spcAft>
        <a:buChar char="•"/>
        <a:defRPr sz="5510">
          <a:solidFill>
            <a:schemeClr val="tx1"/>
          </a:solidFill>
          <a:latin typeface="+mn-lt"/>
          <a:ea typeface="+mn-ea"/>
          <a:cs typeface="+mn-cs"/>
        </a:defRPr>
      </a:lvl1pPr>
      <a:lvl2pPr marL="1269997" indent="-488655" algn="l" defTabSz="1564367" rtl="0" fontAlgn="base">
        <a:spcBef>
          <a:spcPct val="20000"/>
        </a:spcBef>
        <a:spcAft>
          <a:spcPct val="0"/>
        </a:spcAft>
        <a:buChar char="–"/>
        <a:defRPr sz="4768">
          <a:solidFill>
            <a:schemeClr val="tx1"/>
          </a:solidFill>
          <a:latin typeface="+mn-lt"/>
        </a:defRPr>
      </a:lvl2pPr>
      <a:lvl3pPr marL="1954618" indent="-390251" algn="l" defTabSz="1564367" rtl="0" fontAlgn="base">
        <a:spcBef>
          <a:spcPct val="20000"/>
        </a:spcBef>
        <a:spcAft>
          <a:spcPct val="0"/>
        </a:spcAft>
        <a:buChar char="•"/>
        <a:defRPr sz="4132">
          <a:solidFill>
            <a:schemeClr val="tx1"/>
          </a:solidFill>
          <a:latin typeface="+mn-lt"/>
        </a:defRPr>
      </a:lvl3pPr>
      <a:lvl4pPr marL="2735960" indent="-390251" algn="l" defTabSz="1564367" rtl="0" fontAlgn="base">
        <a:spcBef>
          <a:spcPct val="20000"/>
        </a:spcBef>
        <a:spcAft>
          <a:spcPct val="0"/>
        </a:spcAft>
        <a:buChar char="–"/>
        <a:defRPr sz="3391">
          <a:solidFill>
            <a:schemeClr val="tx1"/>
          </a:solidFill>
          <a:latin typeface="+mn-lt"/>
        </a:defRPr>
      </a:lvl4pPr>
      <a:lvl5pPr marL="3518144" indent="-390251" algn="l" defTabSz="1564367" rtl="0" fontAlgn="base">
        <a:spcBef>
          <a:spcPct val="20000"/>
        </a:spcBef>
        <a:spcAft>
          <a:spcPct val="0"/>
        </a:spcAft>
        <a:buChar char="»"/>
        <a:defRPr sz="3391">
          <a:solidFill>
            <a:schemeClr val="tx1"/>
          </a:solidFill>
          <a:latin typeface="+mn-lt"/>
        </a:defRPr>
      </a:lvl5pPr>
      <a:lvl6pPr marL="3760368" indent="-390251" algn="l" defTabSz="1564367" rtl="0" fontAlgn="base">
        <a:spcBef>
          <a:spcPct val="20000"/>
        </a:spcBef>
        <a:spcAft>
          <a:spcPct val="0"/>
        </a:spcAft>
        <a:buChar char="»"/>
        <a:defRPr sz="3391">
          <a:solidFill>
            <a:schemeClr val="tx1"/>
          </a:solidFill>
          <a:latin typeface="+mn-lt"/>
        </a:defRPr>
      </a:lvl6pPr>
      <a:lvl7pPr marL="4002593" indent="-390251" algn="l" defTabSz="1564367" rtl="0" fontAlgn="base">
        <a:spcBef>
          <a:spcPct val="20000"/>
        </a:spcBef>
        <a:spcAft>
          <a:spcPct val="0"/>
        </a:spcAft>
        <a:buChar char="»"/>
        <a:defRPr sz="3391">
          <a:solidFill>
            <a:schemeClr val="tx1"/>
          </a:solidFill>
          <a:latin typeface="+mn-lt"/>
        </a:defRPr>
      </a:lvl7pPr>
      <a:lvl8pPr marL="4244817" indent="-390251" algn="l" defTabSz="1564367" rtl="0" fontAlgn="base">
        <a:spcBef>
          <a:spcPct val="20000"/>
        </a:spcBef>
        <a:spcAft>
          <a:spcPct val="0"/>
        </a:spcAft>
        <a:buChar char="»"/>
        <a:defRPr sz="3391">
          <a:solidFill>
            <a:schemeClr val="tx1"/>
          </a:solidFill>
          <a:latin typeface="+mn-lt"/>
        </a:defRPr>
      </a:lvl8pPr>
      <a:lvl9pPr marL="4487042" indent="-390251" algn="l" defTabSz="1564367" rtl="0" fontAlgn="base">
        <a:spcBef>
          <a:spcPct val="20000"/>
        </a:spcBef>
        <a:spcAft>
          <a:spcPct val="0"/>
        </a:spcAft>
        <a:buChar char="»"/>
        <a:defRPr sz="339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1pPr>
      <a:lvl2pPr marL="242225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2pPr>
      <a:lvl3pPr marL="484449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3pPr>
      <a:lvl4pPr marL="726674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4pPr>
      <a:lvl5pPr marL="968898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5pPr>
      <a:lvl6pPr marL="1211123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6pPr>
      <a:lvl7pPr marL="1453347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7pPr>
      <a:lvl8pPr marL="1695572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8pPr>
      <a:lvl9pPr marL="1937796" algn="l" defTabSz="484449" rtl="0" eaLnBrk="1" latinLnBrk="0" hangingPunct="1">
        <a:defRPr sz="9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83145" y="-2216"/>
            <a:ext cx="21647531" cy="30389469"/>
            <a:chOff x="-25396" y="-1143"/>
            <a:chExt cx="21647531" cy="29897341"/>
          </a:xfrm>
        </p:grpSpPr>
        <p:sp>
          <p:nvSpPr>
            <p:cNvPr id="2" name="Rectangle 1"/>
            <p:cNvSpPr/>
            <p:nvPr/>
          </p:nvSpPr>
          <p:spPr bwMode="auto">
            <a:xfrm>
              <a:off x="-25396" y="-1143"/>
              <a:ext cx="21577064" cy="1995431"/>
            </a:xfrm>
            <a:prstGeom prst="rect">
              <a:avLst/>
            </a:prstGeom>
            <a:solidFill>
              <a:srgbClr val="0033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8449" tIns="24225" rIns="48449" bIns="24225" numCol="1" rtlCol="0" anchor="ctr" anchorCtr="0" compatLnSpc="1">
              <a:prstTxWarp prst="textNoShape">
                <a:avLst/>
              </a:prstTxWarp>
            </a:bodyPr>
            <a:lstStyle/>
            <a:p>
              <a:pPr defTabSz="1564367"/>
              <a:r>
                <a:rPr lang="en-US" sz="3497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Smart Energy Consumption Monitoring and Prediction using Big Data Techniques</a:t>
              </a:r>
            </a:p>
            <a:p>
              <a:pPr defTabSz="1564367">
                <a:lnSpc>
                  <a:spcPct val="150000"/>
                </a:lnSpc>
              </a:pPr>
              <a:r>
                <a:rPr lang="en-US" sz="36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– Dr. Samir Patel</a:t>
              </a:r>
            </a:p>
            <a:p>
              <a:pPr defTabSz="1564367">
                <a:lnSpc>
                  <a:spcPct val="15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Kavya Patel (22BCP406) | Dev Pandya (22BCP409)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0" y="17008767"/>
              <a:ext cx="21388388" cy="565219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Expected Results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0" y="7710973"/>
              <a:ext cx="21448199" cy="556066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 / Design Component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1910902" y="24516224"/>
              <a:ext cx="9640766" cy="576055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Bibliography/ References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266537" y="20316980"/>
              <a:ext cx="8101674" cy="483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543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2088368" y="25216163"/>
              <a:ext cx="9395868" cy="4680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“A transfer learning-based hybrid model with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LightGBM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smart grid short-term energy load prediction” (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Simaiya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 al., 2024)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“Electricity Load and Peak Forecasting: Feature Engineering, Probabilistic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LightGBM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Temporal Hierarchies” (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Rubattu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Maroni, Corani, 2023)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“Integrating Wind and Solar in the Indian Power System: An Assessment with a Unit Commitment and Dispatch Model”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Resources -</a:t>
              </a:r>
            </a:p>
            <a:p>
              <a:pPr lvl="1" algn="just" eaLnBrk="0" hangingPunct="0">
                <a:lnSpc>
                  <a:spcPct val="150000"/>
                </a:lnSpc>
                <a:buFontTx/>
                <a:buChar char="•"/>
              </a:pP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POSOCO/NLDC Reports: Collected state-wise daily demand and peak load data for model training.</a:t>
              </a:r>
            </a:p>
            <a:p>
              <a:pPr lvl="1" algn="just" eaLnBrk="0" hangingPunct="0">
                <a:lnSpc>
                  <a:spcPct val="150000"/>
                </a:lnSpc>
                <a:buFontTx/>
                <a:buChar char="•"/>
              </a:pP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CEA Dashboard: Provided monthly and annual installed capacity and supply position statistics.</a:t>
              </a:r>
            </a:p>
            <a:p>
              <a:pPr lvl="1" algn="just" eaLnBrk="0" hangingPunct="0">
                <a:lnSpc>
                  <a:spcPct val="150000"/>
                </a:lnSpc>
                <a:buFontTx/>
                <a:buChar char="•"/>
              </a:pP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 Power Portal (NPP): Offered region-wise renewable generation data for solar, wind, and hydro.</a:t>
              </a:r>
            </a:p>
            <a:p>
              <a:pPr lvl="1" algn="just" eaLnBrk="0" hangingPunct="0">
                <a:lnSpc>
                  <a:spcPct val="150000"/>
                </a:lnSpc>
                <a:buFontTx/>
                <a:buChar char="•"/>
              </a:pP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data.gov.in: Supplied machine-readable datasets on power demand, generation, and availability gaps.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22" y="24516225"/>
              <a:ext cx="11904023" cy="565218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Outcomes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747656" y="2102269"/>
              <a:ext cx="10874479" cy="576055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25396" y="2102271"/>
              <a:ext cx="10789920" cy="565218"/>
            </a:xfrm>
            <a:prstGeom prst="rect">
              <a:avLst/>
            </a:prstGeom>
            <a:solidFill>
              <a:srgbClr val="003366"/>
            </a:solidFill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Brief Motivation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3748" y="2938993"/>
              <a:ext cx="10297617" cy="483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543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80280" y="2642093"/>
              <a:ext cx="9975556" cy="4930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a scalable Big Data pipeline using Apache Kafka and Spark for real-time energy data collection and processing from 36 states and union territories.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 renewable energy data (solar, wind, hydro) into predictions to optimize green energy usage and reduce wastage.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 real-time analytics dashboards in Power BI for visualizing load patterns, predictions, and renewable utilization.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Enable data-driven decision-making for efficient grid management, load balancing, and sustainable energy planning.</a:t>
              </a:r>
            </a:p>
          </p:txBody>
        </p:sp>
      </p:grpSp>
      <p:sp>
        <p:nvSpPr>
          <p:cNvPr id="6" name="Rectangle 5"/>
          <p:cNvSpPr/>
          <p:nvPr/>
        </p:nvSpPr>
        <p:spPr bwMode="auto">
          <a:xfrm>
            <a:off x="19107150" y="0"/>
            <a:ext cx="2281238" cy="19431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School</a:t>
            </a:r>
          </a:p>
          <a:p>
            <a:pPr marL="0" marR="0" indent="0" algn="ctr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Logo</a:t>
            </a:r>
            <a:endParaRPr kumimoji="0" lang="en-I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8208" y="-6208"/>
            <a:ext cx="2398279" cy="2028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5D584B-9648-2A25-6A43-B3A924B0060B}"/>
              </a:ext>
            </a:extLst>
          </p:cNvPr>
          <p:cNvSpPr txBox="1"/>
          <p:nvPr/>
        </p:nvSpPr>
        <p:spPr>
          <a:xfrm>
            <a:off x="175999" y="17891041"/>
            <a:ext cx="11382941" cy="736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Model-Level Results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&gt;90% forecasting accuracy with an average </a:t>
            </a:r>
          </a:p>
          <a:p>
            <a:pPr lvl="1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RMSE of ~70 MW.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ARIMA and Prophet in speed and accuracy on large-scale data.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Results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Kafka–Spark pipeline processes live data from 36 states with &lt;3 seconds latency.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displays real-time load, predictions, and renewable efficiency.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optimization module improves green energy utilization.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energy management through data-driven forecasting.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scalable, fault-tolerant architecture deployable on cloud or local grids.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India’s smart grid and clean energy transition with actionable analytics.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0658F-5A51-8AA6-92AC-75AFBE1E6F31}"/>
              </a:ext>
            </a:extLst>
          </p:cNvPr>
          <p:cNvSpPr txBox="1"/>
          <p:nvPr/>
        </p:nvSpPr>
        <p:spPr>
          <a:xfrm>
            <a:off x="202941" y="25654374"/>
            <a:ext cx="11382941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 energy demand forecasting with over 90% prediction accuracy using                                    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 and visualization of load and renewable usage through Power BI dashboards.</a:t>
            </a:r>
          </a:p>
          <a:p>
            <a:pPr lvl="0" algn="just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renewable energy integration, improving solar and wind utilization.</a:t>
            </a:r>
          </a:p>
          <a:p>
            <a:pPr lvl="0" algn="just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decision support for efficient grid management and policy planning.</a:t>
            </a:r>
          </a:p>
          <a:p>
            <a:pPr lvl="0" algn="just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grid stability and sustainability, reducing energy wastage and ensuring balanced power distribution.</a:t>
            </a:r>
          </a:p>
          <a:p>
            <a:pPr lvl="0" algn="l" eaLnBrk="0" hangingPunct="0">
              <a:lnSpc>
                <a:spcPct val="150000"/>
              </a:lnSpc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8EE1FFA-D914-CAE2-F9E7-E34FE819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145" y="2684529"/>
            <a:ext cx="21388388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6E26BB4-B521-BE66-0787-36F6498B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21" y="1943100"/>
            <a:ext cx="10486429" cy="5196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India’s rapid urban growth has led to rising and unpredictable electricity demand, making efficient grid management essential.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cannot handle large, real-time smart meter data, causing imbalance and wastage.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Big Data tools like Kafka and Spark with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to forecast energy demand and integrate renewable sources.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smarter decisions, reduces wastage, and supports India’s shift toward sustainable, data-driven energy management.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674968F-8B38-C2A8-2748-6643C84DC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45" y="8511822"/>
            <a:ext cx="21388388" cy="700858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6E6EDA7-767C-4AE6-EB90-40ECEA6197E8}"/>
              </a:ext>
            </a:extLst>
          </p:cNvPr>
          <p:cNvSpPr txBox="1"/>
          <p:nvPr/>
        </p:nvSpPr>
        <p:spPr>
          <a:xfrm>
            <a:off x="206962" y="15570893"/>
            <a:ext cx="21181598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services Kafka, Zookeeper, MongoDB, and Zeppelin are containerized using Docker and Docker Compose for easy orchestration and scalability.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Zeppelin notebook acts as the Spark interpreter, processing streaming data and running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in real time.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is done on WSL Ubuntu, ensuring smooth integration between local scripts and containerized services for efficient big data processing and visualization.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8199D3-BC97-C742-04FF-F24626A85AC0}"/>
              </a:ext>
            </a:extLst>
          </p:cNvPr>
          <p:cNvCxnSpPr/>
          <p:nvPr/>
        </p:nvCxnSpPr>
        <p:spPr bwMode="auto">
          <a:xfrm flipV="1">
            <a:off x="10681790" y="2700404"/>
            <a:ext cx="0" cy="511549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50E55-208E-F383-867D-747A759C0C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960" y="17891041"/>
            <a:ext cx="5516880" cy="6424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CC44F8-5176-2E95-0773-CCFD68850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230"/>
            <a:ext cx="2072640" cy="2089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4D5CE3-5FED-C884-F021-F89F9DAAA4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3367" y="17891041"/>
            <a:ext cx="4199022" cy="35680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B63575-4D28-2615-DB20-CB05DD86B5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3367" y="21619954"/>
            <a:ext cx="4199022" cy="298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5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6130</TotalTime>
  <Words>582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Default Design</vt:lpstr>
      <vt:lpstr>CorelDRAW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</dc:creator>
  <dc:description>©MegaPrint Inc. 2009</dc:description>
  <cp:lastModifiedBy>Dev Pandya</cp:lastModifiedBy>
  <cp:revision>127</cp:revision>
  <dcterms:created xsi:type="dcterms:W3CDTF">2008-12-04T00:20:37Z</dcterms:created>
  <dcterms:modified xsi:type="dcterms:W3CDTF">2025-10-13T06:22:39Z</dcterms:modified>
</cp:coreProperties>
</file>